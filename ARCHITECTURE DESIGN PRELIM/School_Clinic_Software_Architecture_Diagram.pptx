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-48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42D5A"/>
                </a:solidFill>
              </a:defRPr>
            </a:pPr>
            <a:r>
              <a:t>Software Architecture Diagram – School Clinic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960120"/>
            <a:ext cx="2148840" cy="3977639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14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t"/>
          <a:lstStyle/>
          <a:p>
            <a:pPr algn="ctr">
              <a:defRPr sz="1500" b="1">
                <a:solidFill>
                  <a:srgbClr val="142D5A"/>
                </a:solidFill>
              </a:defRPr>
            </a:pPr>
            <a:r>
              <a:rPr dirty="0"/>
              <a:t>1. CLIENT LAYER</a:t>
            </a:r>
            <a:br>
              <a:rPr dirty="0"/>
            </a:br>
            <a:r>
              <a:rPr dirty="0"/>
              <a:t>(User Interface Layer)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endParaRPr lang="en-US" dirty="0"/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endParaRPr lang="en-US" dirty="0"/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Web Browser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Desktop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Tablet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endParaRPr dirty="0"/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Mobile Application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Android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endParaRPr dirty="0"/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Users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Students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Clinic Personnel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Doctor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Parents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Staff / Employees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59" y="960120"/>
            <a:ext cx="2148840" cy="3977639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14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t"/>
          <a:lstStyle/>
          <a:p>
            <a:pPr algn="ctr">
              <a:defRPr sz="1500" b="1">
                <a:solidFill>
                  <a:srgbClr val="142D5A"/>
                </a:solidFill>
              </a:defRPr>
            </a:pPr>
            <a:r>
              <a:rPr dirty="0"/>
              <a:t>2. USER COMMUNICATIONS LAYER</a:t>
            </a:r>
            <a:br>
              <a:rPr dirty="0"/>
            </a:br>
            <a:r>
              <a:rPr dirty="0"/>
              <a:t>(Web Server Layer)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endParaRPr lang="en-US" dirty="0"/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Web Server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endParaRPr dirty="0"/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Handles HTTP/HTTPS requests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Communication between clients and system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Shared API for Web and Mobile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Routes requests to Application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960120"/>
            <a:ext cx="2148840" cy="3977639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14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t"/>
          <a:lstStyle/>
          <a:p>
            <a:pPr algn="ctr">
              <a:defRPr sz="1500" b="1">
                <a:solidFill>
                  <a:srgbClr val="142D5A"/>
                </a:solidFill>
              </a:defRPr>
            </a:pPr>
            <a:r>
              <a:rPr dirty="0"/>
              <a:t>3. INFORMATION RETRIEVAL LAYER</a:t>
            </a:r>
            <a:br>
              <a:rPr dirty="0"/>
            </a:br>
            <a:r>
              <a:rPr dirty="0"/>
              <a:t>(Application Server Layer)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endParaRPr lang="en-US" dirty="0"/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Application Server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endParaRPr dirty="0"/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Clinic Business Logic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Appointment Scheduling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Consultation Management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Medical Requirements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Medical Records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Inventory Management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Notifications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Audit Trail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Access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960120"/>
            <a:ext cx="2148840" cy="3977639"/>
          </a:xfrm>
          <a:prstGeom prst="roundRect">
            <a:avLst/>
          </a:prstGeom>
          <a:solidFill>
            <a:srgbClr val="FCE4CD"/>
          </a:solidFill>
          <a:ln w="19050">
            <a:solidFill>
              <a:srgbClr val="14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t"/>
          <a:lstStyle/>
          <a:p>
            <a:pPr algn="ctr">
              <a:defRPr sz="1500" b="1">
                <a:solidFill>
                  <a:srgbClr val="142D5A"/>
                </a:solidFill>
              </a:defRPr>
            </a:pPr>
            <a:r>
              <a:rPr dirty="0"/>
              <a:t>4. SYSTEM DATABASE LAYER</a:t>
            </a:r>
            <a:br>
              <a:rPr dirty="0"/>
            </a:br>
            <a:r>
              <a:rPr dirty="0"/>
              <a:t>(Database Server Layer)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endParaRPr lang="en-US" dirty="0"/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Database Server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endParaRPr dirty="0"/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User Accounts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Student / Employee Information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Medical Records &amp; History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Consultation Records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Referral Records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Appointment Schedules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Uploaded Requirements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Inventory Records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Clearance Status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Audit Trail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29800" y="960120"/>
            <a:ext cx="2103120" cy="3977639"/>
          </a:xfrm>
          <a:prstGeom prst="roundRect">
            <a:avLst/>
          </a:prstGeom>
          <a:solidFill>
            <a:srgbClr val="EBDEF7"/>
          </a:solidFill>
          <a:ln w="19050">
            <a:solidFill>
              <a:srgbClr val="693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t"/>
          <a:lstStyle/>
          <a:p>
            <a:pPr algn="ctr">
              <a:defRPr sz="1500" b="1">
                <a:solidFill>
                  <a:srgbClr val="142D5A"/>
                </a:solidFill>
              </a:defRPr>
            </a:pPr>
            <a:r>
              <a:rPr dirty="0"/>
              <a:t>5. EXTERNAL SERVICES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endParaRPr lang="en-US" dirty="0"/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endParaRPr lang="en-US"/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t>Notification </a:t>
            </a:r>
            <a:r>
              <a:rPr dirty="0"/>
              <a:t>Service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(Email / SMS)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Automated messages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Requirement updates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Emergency alerts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endParaRPr dirty="0"/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Chatbot Service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(FAQ / Inquiries)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Basic clinic-related inquiries</a:t>
            </a:r>
          </a:p>
          <a:p>
            <a:pPr>
              <a:spcAft>
                <a:spcPts val="100"/>
              </a:spcAft>
              <a:defRPr sz="1050">
                <a:solidFill>
                  <a:srgbClr val="232323"/>
                </a:solidFill>
              </a:defRPr>
            </a:pPr>
            <a:r>
              <a:rPr dirty="0"/>
              <a:t>• Requirements information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2948939"/>
            <a:ext cx="274320" cy="0"/>
          </a:xfrm>
          <a:prstGeom prst="line">
            <a:avLst/>
          </a:prstGeom>
          <a:ln w="21590">
            <a:solidFill>
              <a:srgbClr val="14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00600" y="2948939"/>
            <a:ext cx="274320" cy="0"/>
          </a:xfrm>
          <a:prstGeom prst="line">
            <a:avLst/>
          </a:prstGeom>
          <a:ln w="21590">
            <a:solidFill>
              <a:srgbClr val="14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223760" y="2948939"/>
            <a:ext cx="274319" cy="0"/>
          </a:xfrm>
          <a:prstGeom prst="line">
            <a:avLst/>
          </a:prstGeom>
          <a:ln w="21590">
            <a:solidFill>
              <a:srgbClr val="14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200</Words>
  <Application>Microsoft Office PowerPoint</Application>
  <PresentationFormat>Widescreen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9</cp:revision>
  <dcterms:created xsi:type="dcterms:W3CDTF">2013-01-27T09:14:16Z</dcterms:created>
  <dcterms:modified xsi:type="dcterms:W3CDTF">2026-08-25T16:05:49Z</dcterms:modified>
  <cp:category/>
</cp:coreProperties>
</file>