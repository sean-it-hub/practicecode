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02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42D5A"/>
                </a:solidFill>
              </a:defRPr>
            </a:pPr>
            <a:r>
              <a:t>Context Diagram – School Clinic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69080" y="2148840"/>
            <a:ext cx="4069080" cy="20574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800" b="1">
                <a:solidFill>
                  <a:srgbClr val="142D5A"/>
                </a:solidFill>
              </a:defRPr>
            </a:pPr>
            <a:r>
              <a:t>SCHOOL CLINIC SYSTEM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Medical Records Management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Medical Requirements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Consultation Management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Appointment Scheduling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Inventory Management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Notifications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• Basic Clinic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2331720" cy="1143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t>STUDENTS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t>Requirements • Appointments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t>Consultations • Inquiries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360025"/>
            <a:ext cx="2331720" cy="1143000"/>
          </a:xfrm>
          <a:prstGeom prst="roundRect">
            <a:avLst/>
          </a:prstGeom>
          <a:solidFill>
            <a:srgbClr val="FCE4CD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PARENTS</a:t>
            </a:r>
            <a:endParaRPr lang="en-US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rPr lang="en-US" dirty="0"/>
              <a:t>Receive Automated messages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rPr lang="en-US" dirty="0"/>
              <a:t>/ emergency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1051560"/>
            <a:ext cx="2331720" cy="1143000"/>
          </a:xfrm>
          <a:prstGeom prst="roundRect">
            <a:avLst/>
          </a:prstGeom>
          <a:solidFill>
            <a:srgbClr val="EBDEF7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t>DOCTOR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t>Consultation • Assessment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</a:defRPr>
            </a:pPr>
            <a:r>
              <a:t>Treatment • Prescription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2743200"/>
            <a:ext cx="2331720" cy="14173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142D5A"/>
                </a:solidFill>
              </a:defRPr>
            </a:pPr>
            <a:r>
              <a:rPr dirty="0"/>
              <a:t>CLINIC PERSONNEL</a:t>
            </a:r>
          </a:p>
          <a:p>
            <a:pPr>
              <a:spcAft>
                <a:spcPts val="100"/>
              </a:spcAft>
              <a:defRPr sz="950">
                <a:solidFill>
                  <a:srgbClr val="232323"/>
                </a:solidFill>
              </a:defRPr>
            </a:pPr>
            <a:r>
              <a:rPr dirty="0"/>
              <a:t>Medical records • Consultations</a:t>
            </a:r>
          </a:p>
          <a:p>
            <a:pPr>
              <a:spcAft>
                <a:spcPts val="100"/>
              </a:spcAft>
              <a:defRPr sz="950">
                <a:solidFill>
                  <a:srgbClr val="232323"/>
                </a:solidFill>
              </a:defRPr>
            </a:pPr>
            <a:r>
              <a:t>emergencies</a:t>
            </a:r>
            <a:endParaRPr dirty="0"/>
          </a:p>
          <a:p>
            <a:pPr>
              <a:spcAft>
                <a:spcPts val="100"/>
              </a:spcAft>
              <a:defRPr sz="950">
                <a:solidFill>
                  <a:srgbClr val="232323"/>
                </a:solidFill>
              </a:defRPr>
            </a:pPr>
            <a:r>
              <a:rPr dirty="0"/>
              <a:t>Inventory •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4709160"/>
            <a:ext cx="2331720" cy="10515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142D5A"/>
                </a:solidFill>
              </a:defRPr>
            </a:pPr>
            <a:r>
              <a:t>OTHER STAFF / EMPLOYEES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Service requests • Clinic inquiries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Requirements / personal information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627632"/>
            <a:ext cx="1325880" cy="7955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1630334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Requirements</a:t>
            </a:r>
            <a:br/>
            <a:r>
              <a:t>Appointments / Inquiries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H="1" flipV="1">
            <a:off x="2743200" y="1965960"/>
            <a:ext cx="1325880" cy="76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46020" y="2390325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Status • Schedules</a:t>
            </a:r>
            <a:br>
              <a:rPr dirty="0"/>
            </a:br>
            <a:r>
              <a:rPr dirty="0"/>
              <a:t>Clinic information</a:t>
            </a:r>
          </a:p>
        </p:txBody>
      </p:sp>
      <p:cxnSp>
        <p:nvCxnSpPr>
          <p:cNvPr id="13" name="Connector 12"/>
          <p:cNvCxnSpPr>
            <a:cxnSpLocks/>
            <a:endCxn id="5" idx="3"/>
          </p:cNvCxnSpPr>
          <p:nvPr/>
        </p:nvCxnSpPr>
        <p:spPr>
          <a:xfrm flipH="1">
            <a:off x="2743200" y="3974522"/>
            <a:ext cx="1332115" cy="95700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391737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Requests / information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V="1">
            <a:off x="2727960" y="3669030"/>
            <a:ext cx="1347355" cy="96157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15195" y="4526694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Automated messages</a:t>
            </a:r>
            <a:br>
              <a:rPr dirty="0"/>
            </a:br>
            <a:r>
              <a:rPr dirty="0"/>
              <a:t>Emergency updates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138160" y="1645920"/>
            <a:ext cx="1325880" cy="7772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80218" y="1531048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Consultation</a:t>
            </a:r>
            <a:br>
              <a:rPr dirty="0"/>
            </a:br>
            <a:r>
              <a:rPr dirty="0"/>
              <a:t>Assessment / Treatment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138160" y="1965960"/>
            <a:ext cx="1325880" cy="914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49640" y="228600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Records</a:t>
            </a:r>
            <a:br/>
            <a:r>
              <a:t>Schedule / history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8138160" y="3154680"/>
            <a:ext cx="1325880" cy="1828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42935" y="288036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Records • Consultations</a:t>
            </a:r>
            <a:br>
              <a:rPr dirty="0"/>
            </a:br>
            <a:r>
              <a:rPr dirty="0"/>
              <a:t>Inventory • Referrals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3566160"/>
            <a:ext cx="1325880" cy="914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38160" y="365760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Records • Search results</a:t>
            </a:r>
            <a:br/>
            <a:r>
              <a:t>Alerts / reports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 flipV="1">
            <a:off x="7980218" y="4137660"/>
            <a:ext cx="1483822" cy="10287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86700" y="4756958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Requests / inquiries</a:t>
            </a:r>
            <a:br>
              <a:rPr dirty="0"/>
            </a:br>
            <a:r>
              <a:rPr dirty="0"/>
              <a:t>Requirements</a:t>
            </a:r>
          </a:p>
        </p:txBody>
      </p:sp>
      <p:cxnSp>
        <p:nvCxnSpPr>
          <p:cNvPr id="27" name="Connector 26"/>
          <p:cNvCxnSpPr>
            <a:cxnSpLocks/>
          </p:cNvCxnSpPr>
          <p:nvPr/>
        </p:nvCxnSpPr>
        <p:spPr>
          <a:xfrm>
            <a:off x="8138160" y="3917372"/>
            <a:ext cx="1341120" cy="87283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94618" y="4260272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rPr dirty="0"/>
              <a:t>Clinic information</a:t>
            </a:r>
            <a:br>
              <a:rPr dirty="0"/>
            </a:br>
            <a:r>
              <a:rPr dirty="0"/>
              <a:t>Service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129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2026-08-25T16:13:32Z</dcterms:modified>
  <cp:category/>
</cp:coreProperties>
</file>